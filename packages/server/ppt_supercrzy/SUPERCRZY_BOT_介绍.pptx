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4206240"/>
            <a:ext cx="5120640" cy="5120640"/>
          </a:xfrm>
          <a:prstGeom prst="ellipse">
            <a:avLst/>
          </a:prstGeom>
          <a:solidFill>
            <a:srgbClr val="101A40"/>
          </a:solidFill>
          <a:ln w="19050">
            <a:solidFill>
              <a:srgbClr val="5B8C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0"/>
            <a:ext cx="3474720" cy="3474720"/>
          </a:xfrm>
          <a:prstGeom prst="ellipse">
            <a:avLst/>
          </a:prstGeom>
          <a:solidFill>
            <a:srgbClr val="101A4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5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SUPERCRZY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0" y="640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你的全能 AI 助手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不是聊天机器人 —— 是能真正动手做事、产出可验证结果的执行型智能体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828800" cy="1097280"/>
          </a:xfrm>
          <a:prstGeom prst="rect">
            <a:avLst>
              <a:gd name="adj" fmla="val 10000"/>
            </a:avLst>
          </a:prstGeom>
          <a:solidFill>
            <a:srgbClr val="1B2A5E"/>
          </a:solidFill>
          <a:ln/>
          <a:effectLst>
            <a:outerShdw sx="100000" sy="100000" kx="0" ky="0" algn="bl" rotWithShape="0" blurRad="152400" dist="50800" dir="5400000">
              <a:srgbClr val="5B8CFF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专业技能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4206240"/>
            <a:ext cx="1828800" cy="1097280"/>
          </a:xfrm>
          <a:prstGeom prst="rect">
            <a:avLst>
              <a:gd name="adj" fmla="val 10000"/>
            </a:avLst>
          </a:prstGeom>
          <a:solidFill>
            <a:srgbClr val="1B2A5E"/>
          </a:solidFill>
          <a:ln/>
          <a:effectLst>
            <a:outerShdw sx="100000" sy="100000" kx="0" ky="0" algn="bl" rotWithShape="0" blurRad="152400" dist="50800" dir="5400000">
              <a:srgbClr val="5B8CFF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接入渠道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206240"/>
            <a:ext cx="1828800" cy="1097280"/>
          </a:xfrm>
          <a:prstGeom prst="rect">
            <a:avLst>
              <a:gd name="adj" fmla="val 10000"/>
            </a:avLst>
          </a:prstGeom>
          <a:solidFill>
            <a:srgbClr val="1B2A5E"/>
          </a:solidFill>
          <a:ln/>
          <a:effectLst>
            <a:outerShdw sx="100000" sy="100000" kx="0" ky="0" algn="bl" rotWithShape="0" blurRad="152400" dist="50800" dir="5400000">
              <a:srgbClr val="5B8CFF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2920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真实交付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执行型智能体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我是谁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ect">
            <a:avLst>
              <a:gd name="adj" fmla="val 3061"/>
            </a:avLst>
          </a:prstGeom>
          <a:solidFill>
            <a:srgbClr val="EEF2FF"/>
          </a:solidFill>
          <a:ln w="12700">
            <a:solidFill>
              <a:srgbClr val="D5D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我的使命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交付可验证的结果，而不是结果的描述。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你出题，我来执行 —— 代码、文件、数据、方案，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全都真实跑通、真实产出。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“绝不编造结果，遇到阻碍直说，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0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一条路不通立刻换一条。”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三大铁律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783080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17465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执行优先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不只是建议，直接把活干完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87968" y="1600200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0848" y="1783080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9070848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54896" y="17465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持久记忆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70848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跨对话记住你，越用越懂你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740896" y="1600200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23776" y="1783080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923776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07824" y="17465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联网实时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923776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抓取最新信息，拒绝旧数据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35808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218688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01968" y="3182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多技能库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5844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个专业技能随时调用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87968" y="3035808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0848" y="3218688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70848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54896" y="3182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全渠道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70848" y="35844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微信 / 钉钉 / TG… 全能触达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740896" y="3035808"/>
            <a:ext cx="2651760" cy="1234440"/>
          </a:xfrm>
          <a:prstGeom prst="rect">
            <a:avLst>
              <a:gd name="adj" fmla="val 8889"/>
            </a:avLst>
          </a:prstGeom>
          <a:solidFill>
            <a:srgbClr val="101A4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923776" y="3218688"/>
            <a:ext cx="292608" cy="29260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923776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07824" y="3182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真验证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923776" y="35844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跑通、检验、给你看结果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核心能力全景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真实执行力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把任务做成真实文件、代码、数据，端到端跑通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82880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2356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读写本地文件，管理项目结构，增删改查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82880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4183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操作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执行系统命令，装依赖、跑脚本、自动化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20624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82880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实时抓取权威信息，带精确时间戳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20624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2356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持久记忆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916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沉淀用户偏好与经验，跨对话长期生效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0" y="3931920"/>
            <a:ext cx="3566160" cy="2103120"/>
          </a:xfrm>
          <a:prstGeom prst="rect">
            <a:avLst>
              <a:gd name="adj" fmla="val 6087"/>
            </a:avLst>
          </a:prstGeom>
          <a:solidFill>
            <a:srgbClr val="1B2A5E"/>
          </a:solidFill>
          <a:ln w="12700">
            <a:solidFill>
              <a:srgbClr val="3140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4206240"/>
            <a:ext cx="731520" cy="731520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41832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个技能库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0392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 / PPT / Excel / PDF / 设计 / 数据可视化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我的工作哲学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2377440"/>
          </a:xfrm>
          <a:prstGeom prst="rect">
            <a:avLst>
              <a:gd name="adj" fmla="val 5385"/>
            </a:avLst>
          </a:prstGeom>
          <a:solidFill>
            <a:srgbClr val="101A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真实交付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产出可验证的结果，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拒绝空谈与设想。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29000" cy="2377440"/>
          </a:xfrm>
          <a:prstGeom prst="rect">
            <a:avLst>
              <a:gd name="adj" fmla="val 5385"/>
            </a:avLst>
          </a:prstGeom>
          <a:solidFill>
            <a:srgbClr val="101A4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诚实透明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实时信息必真实抓取，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编造结果 = 零容忍。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29000" cy="2377440"/>
          </a:xfrm>
          <a:prstGeom prst="rect">
            <a:avLst>
              <a:gd name="adj" fmla="val 5385"/>
            </a:avLst>
          </a:prstGeom>
          <a:solidFill>
            <a:srgbClr val="101A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灵活应变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路不通就换，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试、跑、验、直到搞定。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8288"/>
          </a:xfrm>
          <a:prstGeom prst="rect">
            <a:avLst/>
          </a:prstGeom>
          <a:solidFill>
            <a:srgbClr val="D5DE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你出题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4754880"/>
            <a:ext cx="1097280" cy="0"/>
          </a:xfrm>
          <a:prstGeom prst="line">
            <a:avLst/>
          </a:prstGeom>
          <a:noFill/>
          <a:ln w="254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我执行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2160" y="4754880"/>
            <a:ext cx="1097280" cy="0"/>
          </a:xfrm>
          <a:prstGeom prst="line">
            <a:avLst/>
          </a:prstGeom>
          <a:noFill/>
          <a:ln w="254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你验收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61120" y="4754880"/>
            <a:ext cx="1097280" cy="0"/>
          </a:xfrm>
          <a:prstGeom prst="line">
            <a:avLst/>
          </a:prstGeom>
          <a:noFill/>
          <a:ln w="25400">
            <a:solidFill>
              <a:srgbClr val="5B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真实结果 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不只是辅助你的工具 —— 我是替你把事做完的伙伴。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572000" cy="4572000"/>
          </a:xfrm>
          <a:prstGeom prst="ellipse">
            <a:avLst/>
          </a:prstGeom>
          <a:solidFill>
            <a:srgbClr val="101A40"/>
          </a:solidFill>
          <a:ln w="19050">
            <a:solidFill>
              <a:srgbClr val="5B8C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097280"/>
            <a:ext cx="4206240" cy="4206240"/>
          </a:xfrm>
          <a:prstGeom prst="ellipse">
            <a:avLst/>
          </a:prstGeom>
          <a:solidFill>
            <a:srgbClr val="101A40"/>
          </a:solidFill>
          <a:ln w="19050">
            <a:solidFill>
              <a:srgbClr val="FFC85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现在，出题给我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从「做一个网页」到「写一份报告」到「跑一个脚本」——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所有能动手的活儿，我都直接替你干完，并把结果摆在你面前。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7760" y="4572000"/>
            <a:ext cx="2286000" cy="685800"/>
          </a:xfrm>
          <a:prstGeom prst="roundRect">
            <a:avLst>
              <a:gd name="adj" fmla="val 53333"/>
            </a:avLst>
          </a:prstGeom>
          <a:solidFill>
            <a:srgbClr val="5B8CFF"/>
          </a:solidFill>
          <a:ln/>
          <a:effectLst>
            <a:outerShdw sx="100000" sy="100000" kx="0" ky="0" algn="bl" rotWithShape="0" blurRad="152400" dist="50800" dir="5400000">
              <a:srgbClr val="5B8CFF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45720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SUPERCRZY BOT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你的全能 AI 助手 · 真实交付 诚信透明 灵活应变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SUPERCRZY BOT</dc:creator>
  <cp:lastModifiedBy>SUPERCRZY BOT</cp:lastModifiedBy>
  <cp:revision>1</cp:revision>
  <dcterms:created xsi:type="dcterms:W3CDTF">2026-08-14T08:05:37Z</dcterms:created>
  <dcterms:modified xsi:type="dcterms:W3CDTF">2026-08-14T08:05:37Z</dcterms:modified>
</cp:coreProperties>
</file>
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B0D33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657600" cy="3657600"/>
          </a:xfrm>
          <a:prstGeom prst="ellipse">
            <a:avLst/>
          </a:prstGeom>
          <a:solidFill>
            <a:srgbClr val="F9A825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331720"/>
            <a:ext cx="1463040" cy="6400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SUPERCRZY BOT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你的全能 · 执行型 AI 助手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我不描述结果 —— 我直接交付可验证的结果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真实执行  |  联网实时  |  持久记忆  |  28 项技能  |  多渠道接入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我是谁？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68680" y="1371600"/>
            <a:ext cx="1280160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我不是只会聊天的“聊天机器人”。我是一个能真正动手做事、产出可验证结果的执行型智能体。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31546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不画饼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4389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只交付真实完成的结果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283464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3154680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916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不糊弄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4389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失败就直说，绝不编造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83464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3154680"/>
            <a:ext cx="640080" cy="640080"/>
          </a:xfrm>
          <a:prstGeom prst="ellipse">
            <a:avLst/>
          </a:prstGeom>
          <a:solidFill>
            <a:srgbClr val="241040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21040" y="3931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不放弃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21040" y="4389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换条路继续干到成功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4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定位一句话：既是你的大脑，也是你的双手。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能力矩阵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68680" y="1371600"/>
            <a:ext cx="1280160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202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94560"/>
            <a:ext cx="685800" cy="685800"/>
          </a:xfrm>
          <a:prstGeom prst="ellipse">
            <a:avLst/>
          </a:prstGeom>
          <a:solidFill>
            <a:srgbClr val="24104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2212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文件系统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971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读写本地文件、管理项目结构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219456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❯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0" y="2212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执行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2971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跑脚本、装依赖、自动化任务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9202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219456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✧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418320" y="2212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联网实时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0" y="2971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抓取最新信息，拒绝旧记忆冒充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2062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4480560"/>
            <a:ext cx="685800" cy="685800"/>
          </a:xfrm>
          <a:prstGeom prst="ellipse">
            <a:avLst/>
          </a:prstGeom>
          <a:solidFill>
            <a:srgbClr val="C44536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480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920240" y="4498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持久记忆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5257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跨对话记住你的偏好与项目事实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0" y="42062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4480560"/>
            <a:ext cx="685800" cy="68580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4480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◆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669280" y="4498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项技能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46320" y="5257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文档、PPT、Excel、PDF、前端、数据……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21040" y="42062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0" y="4480560"/>
            <a:ext cx="685800" cy="685800"/>
          </a:xfrm>
          <a:prstGeom prst="ellipse">
            <a:avLst/>
          </a:prstGeom>
          <a:solidFill>
            <a:srgbClr val="6D597A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0" y="4480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◉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418320" y="4498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多渠道接入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595360" y="5257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TG / QQ / 微信 / 钉钉 / 飞书 / Slack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4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核心原则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68680" y="1371600"/>
            <a:ext cx="1280160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20240"/>
            <a:ext cx="6675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21284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011680" y="212140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交付可验证的结果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257860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不是“我建议你做”，而是“我已经做好了，你看”。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456432"/>
            <a:ext cx="6675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749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011680" y="3657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遇到阻碍直说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41148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绝不编造结果，坦诚讲清卡点在哪里。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992624"/>
            <a:ext cx="6675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F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285232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011680" y="519379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立刻换路重试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565099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一条路走不通，马上试另一条，直到跑通。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0" y="192024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241040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2148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13816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已装技能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448288" y="192024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241040"/>
          </a:solidFill>
          <a:ln/>
        </p:spPr>
      </p:sp>
      <p:sp>
        <p:nvSpPr>
          <p:cNvPr id="20" name="Text 18"/>
          <p:cNvSpPr/>
          <p:nvPr/>
        </p:nvSpPr>
        <p:spPr>
          <a:xfrm>
            <a:off x="11631168" y="2148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9+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1631168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长期记忆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941296" y="192024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241040"/>
          </a:solidFill>
          <a:ln/>
        </p:spPr>
      </p:sp>
      <p:sp>
        <p:nvSpPr>
          <p:cNvPr id="23" name="Text 21"/>
          <p:cNvSpPr/>
          <p:nvPr/>
        </p:nvSpPr>
        <p:spPr>
          <a:xfrm>
            <a:off x="15124176" y="2148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15124176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接入渠道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434304" y="192024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241040"/>
          </a:solidFill>
          <a:ln/>
        </p:spPr>
      </p:sp>
      <p:sp>
        <p:nvSpPr>
          <p:cNvPr id="26" name="Text 24"/>
          <p:cNvSpPr/>
          <p:nvPr/>
        </p:nvSpPr>
        <p:spPr>
          <a:xfrm>
            <a:off x="18617184" y="2148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18617184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随时待命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955280" y="3703320"/>
            <a:ext cx="3291840" cy="3063240"/>
          </a:xfrm>
          <a:prstGeom prst="roundRect">
            <a:avLst>
              <a:gd name="adj" fmla="val 3582"/>
            </a:avLst>
          </a:prstGeom>
          <a:solidFill>
            <a:srgbClr val="F9A825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不变的承诺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83880" y="44805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0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你出题，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0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我交付真实结果。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83880" y="5577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2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执行力 = 我的核心竞争力。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572000"/>
            <a:ext cx="4114800" cy="4114800"/>
          </a:xfrm>
          <a:prstGeom prst="ellipse">
            <a:avLst/>
          </a:prstGeom>
          <a:solidFill>
            <a:srgbClr val="1B0D33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F9A825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我准备好了，随时开工。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1463040" cy="6400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有活儿吗？出题给我 —— 网页 / 报告 / 脚本 / 数据 / 新闻，你想要的结果，我来交付。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SUPERCRZY BOT · 你的全能执行型 AI 助手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2026-08-14T08:07:39Z</dcterms:created>
  <dcterms:modified xsi:type="dcterms:W3CDTF">2026-08-14T08:07:39Z</dcterms:modified>
</cp:coreProperties>
</file>